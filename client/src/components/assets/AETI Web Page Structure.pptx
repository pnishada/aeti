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4" r:id="rId4"/>
    <p:sldId id="265" r:id="rId5"/>
    <p:sldId id="266" r:id="rId6"/>
    <p:sldId id="267" r:id="rId7"/>
    <p:sldId id="268" r:id="rId8"/>
    <p:sldId id="269" r:id="rId9"/>
    <p:sldId id="271" r:id="rId10"/>
  </p:sldIdLst>
  <p:sldSz cx="12192000" cy="6858000"/>
  <p:notesSz cx="6858000" cy="99472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27" autoAdjust="0"/>
    <p:restoredTop sz="94660"/>
  </p:normalViewPr>
  <p:slideViewPr>
    <p:cSldViewPr snapToGrid="0">
      <p:cViewPr varScale="1">
        <p:scale>
          <a:sx n="69" d="100"/>
          <a:sy n="69" d="100"/>
        </p:scale>
        <p:origin x="49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2FB646-D076-4252-A0AF-2B660FC4D506}" type="datetimeFigureOut">
              <a:rPr lang="en-GB" smtClean="0"/>
              <a:t>2012-01-01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87126"/>
            <a:ext cx="5486400" cy="39167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4186E5-F69E-4E45-BA81-E78E00B8C6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2674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385CC-B962-46A8-964F-C2AC570F78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D513DB-306C-42A0-922D-11D2290CFB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C4EB5-BB8E-44FA-97AF-F3CF1512C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E5401-8146-4D63-BA46-A0C2275A747B}" type="datetimeFigureOut">
              <a:rPr lang="en-GB" smtClean="0"/>
              <a:t>2012-01-01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BF32E-F676-4E71-9E86-CC2D536AF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903DD3-0429-4A20-9AF8-0A8DBC3D5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D7F00-61AE-408B-9A42-B4236A70F3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9152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8AD96-34E9-4EBD-9DE1-7C30BBD58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4DE1E-0E87-4502-869C-07E496962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33291-078B-40E1-8F04-5B7EA83FA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E5401-8146-4D63-BA46-A0C2275A747B}" type="datetimeFigureOut">
              <a:rPr lang="en-GB" smtClean="0"/>
              <a:t>2012-01-01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77E1F-A8CB-4CF4-9774-B0AF3429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F6EAF-7F1A-494D-932F-8A708C57B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D7F00-61AE-408B-9A42-B4236A70F3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4815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4A091-C06D-480E-B95A-ED254FC33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DA3592-B7F1-4560-8678-6554EDC07B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123A2-7D68-496C-B1F0-D6E5FA047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E5401-8146-4D63-BA46-A0C2275A747B}" type="datetimeFigureOut">
              <a:rPr lang="en-GB" smtClean="0"/>
              <a:t>2012-01-01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B36C1D-B669-4609-807E-8B9724B98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616C3-ACE9-4875-8A91-2A96110B4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D7F00-61AE-408B-9A42-B4236A70F3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4574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5730C-590C-49F8-94C9-245EFDC6A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AFD8F-8B38-4C54-9507-383E2369E5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E98899-25CA-4FF2-AA15-D89481E77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45E816-4E99-4AF2-8041-B69377C72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E5401-8146-4D63-BA46-A0C2275A747B}" type="datetimeFigureOut">
              <a:rPr lang="en-GB" smtClean="0"/>
              <a:t>2012-01-01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ABBAEA-C6C6-4C6E-BA11-A145E7A6A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2CEBDD-BDFA-487E-ABD9-8D2D65139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D7F00-61AE-408B-9A42-B4236A70F3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8019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478A4-D574-42BF-92D2-D2D0D0922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04A19-D39E-4EDE-98CD-5536E1428B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D27499-D3D1-4427-8FDF-614B16C9F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000038-E28F-40E0-9724-390B5E3DC0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FC53DB-6305-49A6-8ACD-24781424F8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CD4DAE-ED77-4E64-AC9D-7925D1E89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E5401-8146-4D63-BA46-A0C2275A747B}" type="datetimeFigureOut">
              <a:rPr lang="en-GB" smtClean="0"/>
              <a:t>2012-01-01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7C920A-C5AB-4297-A8DB-041BA2882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AC3728-C2F0-4F96-8FA7-C35D27899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D7F00-61AE-408B-9A42-B4236A70F3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6266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D125D-3D50-4744-A82A-E4EEFAA1F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257894-217F-48CF-9574-7A92CBB5F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E5401-8146-4D63-BA46-A0C2275A747B}" type="datetimeFigureOut">
              <a:rPr lang="en-GB" smtClean="0"/>
              <a:t>2012-01-01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19BE89-7BCE-4154-9F56-1011D9360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CA457B-CC50-412C-B31A-B2895C158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D7F00-61AE-408B-9A42-B4236A70F3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9506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ADF113-279B-494D-81DA-20B617E8B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E5401-8146-4D63-BA46-A0C2275A747B}" type="datetimeFigureOut">
              <a:rPr lang="en-GB" smtClean="0"/>
              <a:t>2012-01-01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BB137A-D8F6-4EDF-87E8-6239F74E8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322EB1-CD06-406D-8DE9-2FC3674C5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D7F00-61AE-408B-9A42-B4236A70F3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5743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2FB73-669C-4B12-9C03-C396A6F3E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EEAD4-B52D-4319-BAE2-CC5178D4C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BD00DB-74B7-486C-B055-97E0E0A39C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6D1DED-41AC-4C7B-A7E3-820BD00C0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E5401-8146-4D63-BA46-A0C2275A747B}" type="datetimeFigureOut">
              <a:rPr lang="en-GB" smtClean="0"/>
              <a:t>2012-01-01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E1B477-5A30-4414-A041-59A7E613C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B2F46-7EA4-4065-AE08-F9E97181E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D7F00-61AE-408B-9A42-B4236A70F3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2473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72244-10E9-4533-84BE-72558FC6B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1D07E2-37F5-4C00-9FD8-F2CDB19FAD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C80001-C028-4301-88E4-E1D6D5A8DC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E28F7C-BEDC-4703-8050-33CD5125A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E5401-8146-4D63-BA46-A0C2275A747B}" type="datetimeFigureOut">
              <a:rPr lang="en-GB" smtClean="0"/>
              <a:t>2012-01-01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E14EDE-4DFE-4E10-B2A3-8733D0E64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58DB19-D3E7-47B1-90B4-6CB8C3C3A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D7F00-61AE-408B-9A42-B4236A70F3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433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63251-DA85-49E2-957C-A39C50040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6CD081-1061-4089-8116-B7E2132619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26997-6F04-4069-AD4B-6D280C18B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E5401-8146-4D63-BA46-A0C2275A747B}" type="datetimeFigureOut">
              <a:rPr lang="en-GB" smtClean="0"/>
              <a:t>2012-01-01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C9DCA-DC57-4C0C-96D3-44DB9D1C7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B9D6F-C1DE-4716-A33B-3D7E44084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D7F00-61AE-408B-9A42-B4236A70F3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7844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348DEB-CD2C-4F8A-9AAA-2EDDA39184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76A8EB-EE5E-4159-A8CD-5E9D3EE97C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F75A4-5BA9-4E5A-A687-735C261AE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E5401-8146-4D63-BA46-A0C2275A747B}" type="datetimeFigureOut">
              <a:rPr lang="en-GB" smtClean="0"/>
              <a:t>2012-01-01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4D14C-96C1-48D4-910A-02B204429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90529-70BD-40BB-A167-2010D2B80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D7F00-61AE-408B-9A42-B4236A70F3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4305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92D8EA-F3C7-4CF4-B91D-78DEF8842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643D3-BC72-4886-AE7A-9CC0E403B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7E07E-FF92-4698-81FB-4B77686439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FE5401-8146-4D63-BA46-A0C2275A747B}" type="datetimeFigureOut">
              <a:rPr lang="en-GB" smtClean="0"/>
              <a:t>2012-01-01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8CC5C-4435-4C5A-B288-6EAAE2EA75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322E24-CC08-4C6C-B8D4-E4A198BCE2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ED7F00-61AE-408B-9A42-B4236A70F3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0443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7C5662-6BC2-497B-B027-AE8C1AC941FB}"/>
              </a:ext>
            </a:extLst>
          </p:cNvPr>
          <p:cNvSpPr txBox="1"/>
          <p:nvPr/>
        </p:nvSpPr>
        <p:spPr>
          <a:xfrm>
            <a:off x="3029262" y="1764272"/>
            <a:ext cx="61334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Automobile Engineering Training Institute, </a:t>
            </a:r>
            <a:r>
              <a:rPr lang="en-US" sz="2000" dirty="0" err="1"/>
              <a:t>Orugodawatta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C55946-49C9-46B6-B671-A8F2029522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379" y="740946"/>
            <a:ext cx="817240" cy="10233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B86B23-E734-4BC7-B6FE-6AA99F80EF6F}"/>
              </a:ext>
            </a:extLst>
          </p:cNvPr>
          <p:cNvSpPr txBox="1"/>
          <p:nvPr/>
        </p:nvSpPr>
        <p:spPr>
          <a:xfrm>
            <a:off x="4915100" y="3576892"/>
            <a:ext cx="236180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AETI Web Page</a:t>
            </a:r>
          </a:p>
          <a:p>
            <a:pPr algn="ctr"/>
            <a:r>
              <a:rPr lang="en-US" sz="2800" dirty="0"/>
              <a:t>STRUCTURE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594711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7273AA-2974-4CAA-A411-3E2DCAA9D074}"/>
              </a:ext>
            </a:extLst>
          </p:cNvPr>
          <p:cNvSpPr txBox="1"/>
          <p:nvPr/>
        </p:nvSpPr>
        <p:spPr>
          <a:xfrm>
            <a:off x="8865613" y="290010"/>
            <a:ext cx="29877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rgbClr val="002060"/>
                </a:solidFill>
              </a:rPr>
              <a:t>MAIN TABS</a:t>
            </a:r>
            <a:endParaRPr lang="en-GB" sz="3600" b="1" dirty="0">
              <a:solidFill>
                <a:srgbClr val="002060"/>
              </a:solidFill>
            </a:endParaRPr>
          </a:p>
        </p:txBody>
      </p:sp>
      <p:sp>
        <p:nvSpPr>
          <p:cNvPr id="5" name="Flowchart: Document 4">
            <a:extLst>
              <a:ext uri="{FF2B5EF4-FFF2-40B4-BE49-F238E27FC236}">
                <a16:creationId xmlns:a16="http://schemas.microsoft.com/office/drawing/2014/main" id="{3FE377AB-36BD-4D64-AF3B-F367EF012470}"/>
              </a:ext>
            </a:extLst>
          </p:cNvPr>
          <p:cNvSpPr/>
          <p:nvPr/>
        </p:nvSpPr>
        <p:spPr>
          <a:xfrm>
            <a:off x="808557" y="942109"/>
            <a:ext cx="1440000" cy="1212155"/>
          </a:xfrm>
          <a:prstGeom prst="flowChartDocumen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US" sz="2400" b="1" dirty="0">
                <a:solidFill>
                  <a:srgbClr val="002060"/>
                </a:solidFill>
              </a:rPr>
              <a:t>HOME</a:t>
            </a:r>
            <a:endParaRPr lang="en-GB" sz="2400" b="1" dirty="0">
              <a:solidFill>
                <a:srgbClr val="002060"/>
              </a:solidFill>
            </a:endParaRPr>
          </a:p>
        </p:txBody>
      </p:sp>
      <p:sp>
        <p:nvSpPr>
          <p:cNvPr id="6" name="Flowchart: Document 5">
            <a:extLst>
              <a:ext uri="{FF2B5EF4-FFF2-40B4-BE49-F238E27FC236}">
                <a16:creationId xmlns:a16="http://schemas.microsoft.com/office/drawing/2014/main" id="{6865F00D-64E7-46AE-9A36-6C74366B66F7}"/>
              </a:ext>
            </a:extLst>
          </p:cNvPr>
          <p:cNvSpPr/>
          <p:nvPr/>
        </p:nvSpPr>
        <p:spPr>
          <a:xfrm>
            <a:off x="2553531" y="942109"/>
            <a:ext cx="1598220" cy="1212155"/>
          </a:xfrm>
          <a:prstGeom prst="flowChartDocumen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tIns="180000" rtlCol="0" anchor="t" anchorCtr="0"/>
          <a:lstStyle/>
          <a:p>
            <a:pPr algn="ctr"/>
            <a:r>
              <a:rPr lang="en-US" sz="2400" b="1" dirty="0">
                <a:solidFill>
                  <a:srgbClr val="002060"/>
                </a:solidFill>
              </a:rPr>
              <a:t>DISCOVER AETI</a:t>
            </a:r>
          </a:p>
        </p:txBody>
      </p:sp>
      <p:sp>
        <p:nvSpPr>
          <p:cNvPr id="7" name="Flowchart: Document 6">
            <a:extLst>
              <a:ext uri="{FF2B5EF4-FFF2-40B4-BE49-F238E27FC236}">
                <a16:creationId xmlns:a16="http://schemas.microsoft.com/office/drawing/2014/main" id="{AF40C778-C953-45C3-B966-564D099D9077}"/>
              </a:ext>
            </a:extLst>
          </p:cNvPr>
          <p:cNvSpPr/>
          <p:nvPr/>
        </p:nvSpPr>
        <p:spPr>
          <a:xfrm>
            <a:off x="4454242" y="942109"/>
            <a:ext cx="1440000" cy="1212155"/>
          </a:xfrm>
          <a:prstGeom prst="flowChartDocumen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US" sz="2400" b="1" dirty="0">
                <a:solidFill>
                  <a:srgbClr val="002060"/>
                </a:solidFill>
              </a:rPr>
              <a:t>COURSES</a:t>
            </a:r>
            <a:endParaRPr lang="en-GB" sz="2400" b="1" dirty="0">
              <a:solidFill>
                <a:srgbClr val="002060"/>
              </a:solidFill>
            </a:endParaRPr>
          </a:p>
        </p:txBody>
      </p:sp>
      <p:sp>
        <p:nvSpPr>
          <p:cNvPr id="8" name="Flowchart: Document 7">
            <a:extLst>
              <a:ext uri="{FF2B5EF4-FFF2-40B4-BE49-F238E27FC236}">
                <a16:creationId xmlns:a16="http://schemas.microsoft.com/office/drawing/2014/main" id="{E09AFA7C-A4C3-4C24-868C-AC67D2A84E32}"/>
              </a:ext>
            </a:extLst>
          </p:cNvPr>
          <p:cNvSpPr/>
          <p:nvPr/>
        </p:nvSpPr>
        <p:spPr>
          <a:xfrm>
            <a:off x="6296897" y="942109"/>
            <a:ext cx="1774202" cy="1212155"/>
          </a:xfrm>
          <a:prstGeom prst="flowChartDocumen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US" sz="2200" b="1" dirty="0">
                <a:solidFill>
                  <a:srgbClr val="002060"/>
                </a:solidFill>
                <a:latin typeface="Arial Narrow" panose="020B0606020202030204" pitchFamily="34" charset="0"/>
              </a:rPr>
              <a:t>DOWNLOADS</a:t>
            </a:r>
            <a:endParaRPr lang="en-GB" sz="2200" b="1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Flowchart: Document 8">
            <a:extLst>
              <a:ext uri="{FF2B5EF4-FFF2-40B4-BE49-F238E27FC236}">
                <a16:creationId xmlns:a16="http://schemas.microsoft.com/office/drawing/2014/main" id="{8DF51E70-D3BD-492C-9572-E8CEB34E8AF3}"/>
              </a:ext>
            </a:extLst>
          </p:cNvPr>
          <p:cNvSpPr/>
          <p:nvPr/>
        </p:nvSpPr>
        <p:spPr>
          <a:xfrm>
            <a:off x="8473754" y="942109"/>
            <a:ext cx="1440000" cy="1212155"/>
          </a:xfrm>
          <a:prstGeom prst="flowChartDocumen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US" sz="2400" b="1" dirty="0">
                <a:solidFill>
                  <a:srgbClr val="002060"/>
                </a:solidFill>
              </a:rPr>
              <a:t>GALLERY</a:t>
            </a:r>
            <a:endParaRPr lang="en-GB" sz="2400" b="1" dirty="0">
              <a:solidFill>
                <a:srgbClr val="002060"/>
              </a:solidFill>
            </a:endParaRPr>
          </a:p>
        </p:txBody>
      </p:sp>
      <p:sp>
        <p:nvSpPr>
          <p:cNvPr id="10" name="Flowchart: Document 9">
            <a:extLst>
              <a:ext uri="{FF2B5EF4-FFF2-40B4-BE49-F238E27FC236}">
                <a16:creationId xmlns:a16="http://schemas.microsoft.com/office/drawing/2014/main" id="{00E23015-2384-491C-BF01-619FC9FC3E88}"/>
              </a:ext>
            </a:extLst>
          </p:cNvPr>
          <p:cNvSpPr/>
          <p:nvPr/>
        </p:nvSpPr>
        <p:spPr>
          <a:xfrm>
            <a:off x="10316409" y="942109"/>
            <a:ext cx="1440000" cy="1212155"/>
          </a:xfrm>
          <a:prstGeom prst="flowChartDocumen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US" sz="2400" b="1" dirty="0">
                <a:solidFill>
                  <a:srgbClr val="002060"/>
                </a:solidFill>
              </a:rPr>
              <a:t>LMS</a:t>
            </a:r>
            <a:endParaRPr lang="en-GB" sz="2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7726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Document 2">
            <a:extLst>
              <a:ext uri="{FF2B5EF4-FFF2-40B4-BE49-F238E27FC236}">
                <a16:creationId xmlns:a16="http://schemas.microsoft.com/office/drawing/2014/main" id="{4AC554AF-5F40-4126-B0F6-E3C41989B9BF}"/>
              </a:ext>
            </a:extLst>
          </p:cNvPr>
          <p:cNvSpPr/>
          <p:nvPr/>
        </p:nvSpPr>
        <p:spPr>
          <a:xfrm>
            <a:off x="995916" y="588936"/>
            <a:ext cx="4135905" cy="5796366"/>
          </a:xfrm>
          <a:prstGeom prst="flowChartDocumen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180000" tIns="180000" rtlCol="0" anchor="t"/>
          <a:lstStyle/>
          <a:p>
            <a:r>
              <a:rPr lang="en-US" sz="3200" b="1" dirty="0">
                <a:solidFill>
                  <a:srgbClr val="002060"/>
                </a:solidFill>
              </a:rPr>
              <a:t>HOME</a:t>
            </a:r>
            <a:endParaRPr lang="en-GB" sz="3200" b="1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D92288-18D3-47D7-8A16-EF684A9D64BB}"/>
              </a:ext>
            </a:extLst>
          </p:cNvPr>
          <p:cNvSpPr txBox="1"/>
          <p:nvPr/>
        </p:nvSpPr>
        <p:spPr>
          <a:xfrm>
            <a:off x="995918" y="1345883"/>
            <a:ext cx="4135904" cy="1520586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News/Announcements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Developments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Services</a:t>
            </a:r>
          </a:p>
        </p:txBody>
      </p:sp>
    </p:spTree>
    <p:extLst>
      <p:ext uri="{BB962C8B-B14F-4D97-AF65-F5344CB8AC3E}">
        <p14:creationId xmlns:p14="http://schemas.microsoft.com/office/powerpoint/2010/main" val="66044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Document 2">
            <a:extLst>
              <a:ext uri="{FF2B5EF4-FFF2-40B4-BE49-F238E27FC236}">
                <a16:creationId xmlns:a16="http://schemas.microsoft.com/office/drawing/2014/main" id="{4AC554AF-5F40-4126-B0F6-E3C41989B9BF}"/>
              </a:ext>
            </a:extLst>
          </p:cNvPr>
          <p:cNvSpPr/>
          <p:nvPr/>
        </p:nvSpPr>
        <p:spPr>
          <a:xfrm>
            <a:off x="940495" y="588936"/>
            <a:ext cx="4135905" cy="5796366"/>
          </a:xfrm>
          <a:prstGeom prst="flowChartDocumen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180000" tIns="180000" rtlCol="0" anchor="t"/>
          <a:lstStyle/>
          <a:p>
            <a:r>
              <a:rPr lang="en-US" sz="3200" b="1" dirty="0">
                <a:solidFill>
                  <a:srgbClr val="002060"/>
                </a:solidFill>
              </a:rPr>
              <a:t>DISCOVER AETI</a:t>
            </a:r>
            <a:endParaRPr lang="en-GB" sz="3200" b="1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D92288-18D3-47D7-8A16-EF684A9D64BB}"/>
              </a:ext>
            </a:extLst>
          </p:cNvPr>
          <p:cNvSpPr txBox="1"/>
          <p:nvPr/>
        </p:nvSpPr>
        <p:spPr>
          <a:xfrm>
            <a:off x="940495" y="1345883"/>
            <a:ext cx="4135904" cy="3675022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hlinkClick r:id="rId2" action="ppaction://hlinksldjump"/>
              </a:rPr>
              <a:t>Overview</a:t>
            </a: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Sections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Vision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Mission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Quality Policy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Academic Staff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Get-in-touch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Admissions</a:t>
            </a:r>
          </a:p>
        </p:txBody>
      </p:sp>
    </p:spTree>
    <p:extLst>
      <p:ext uri="{BB962C8B-B14F-4D97-AF65-F5344CB8AC3E}">
        <p14:creationId xmlns:p14="http://schemas.microsoft.com/office/powerpoint/2010/main" val="3098135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Document 2">
            <a:extLst>
              <a:ext uri="{FF2B5EF4-FFF2-40B4-BE49-F238E27FC236}">
                <a16:creationId xmlns:a16="http://schemas.microsoft.com/office/drawing/2014/main" id="{4AC554AF-5F40-4126-B0F6-E3C41989B9BF}"/>
              </a:ext>
            </a:extLst>
          </p:cNvPr>
          <p:cNvSpPr/>
          <p:nvPr/>
        </p:nvSpPr>
        <p:spPr>
          <a:xfrm>
            <a:off x="995916" y="588936"/>
            <a:ext cx="4726015" cy="5784155"/>
          </a:xfrm>
          <a:prstGeom prst="flowChartDocumen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180000" tIns="180000" rtlCol="0" anchor="t"/>
          <a:lstStyle/>
          <a:p>
            <a:r>
              <a:rPr lang="en-US" sz="3200" b="1" dirty="0">
                <a:solidFill>
                  <a:srgbClr val="002060"/>
                </a:solidFill>
              </a:rPr>
              <a:t>COURSES</a:t>
            </a:r>
            <a:endParaRPr lang="en-GB" sz="3200" b="1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D92288-18D3-47D7-8A16-EF684A9D64BB}"/>
              </a:ext>
            </a:extLst>
          </p:cNvPr>
          <p:cNvSpPr txBox="1"/>
          <p:nvPr/>
        </p:nvSpPr>
        <p:spPr>
          <a:xfrm>
            <a:off x="995915" y="1345883"/>
            <a:ext cx="4906125" cy="2751692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Full time</a:t>
            </a:r>
          </a:p>
          <a:p>
            <a:pPr marL="914400" lvl="1" indent="-457200">
              <a:buFont typeface="Calibri" panose="020F0502020204030204" pitchFamily="34" charset="0"/>
              <a:buChar char="−"/>
            </a:pPr>
            <a:r>
              <a:rPr lang="en-US" sz="2000" dirty="0"/>
              <a:t>NVQ Level 4</a:t>
            </a:r>
          </a:p>
          <a:p>
            <a:pPr marL="914400" lvl="1" indent="-457200">
              <a:buFont typeface="Calibri" panose="020F0502020204030204" pitchFamily="34" charset="0"/>
              <a:buChar char="−"/>
            </a:pPr>
            <a:r>
              <a:rPr lang="en-US" sz="2000" dirty="0"/>
              <a:t>NVQ Level 5/6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Part time</a:t>
            </a:r>
          </a:p>
          <a:p>
            <a:pPr marL="914400" lvl="1" indent="-457200">
              <a:buFont typeface="Calibri" panose="020F0502020204030204" pitchFamily="34" charset="0"/>
              <a:buChar char="−"/>
            </a:pPr>
            <a:r>
              <a:rPr lang="en-US" sz="2000" dirty="0"/>
              <a:t>Non-NVQ</a:t>
            </a:r>
          </a:p>
          <a:p>
            <a:pPr marL="914400" lvl="1" indent="-457200">
              <a:buFont typeface="Calibri" panose="020F0502020204030204" pitchFamily="34" charset="0"/>
              <a:buChar char="−"/>
            </a:pPr>
            <a:r>
              <a:rPr lang="en-US" sz="2000" dirty="0"/>
              <a:t>Customized Courses for Industry</a:t>
            </a:r>
          </a:p>
        </p:txBody>
      </p:sp>
    </p:spTree>
    <p:extLst>
      <p:ext uri="{BB962C8B-B14F-4D97-AF65-F5344CB8AC3E}">
        <p14:creationId xmlns:p14="http://schemas.microsoft.com/office/powerpoint/2010/main" val="961244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Document 2">
            <a:extLst>
              <a:ext uri="{FF2B5EF4-FFF2-40B4-BE49-F238E27FC236}">
                <a16:creationId xmlns:a16="http://schemas.microsoft.com/office/drawing/2014/main" id="{4AC554AF-5F40-4126-B0F6-E3C41989B9BF}"/>
              </a:ext>
            </a:extLst>
          </p:cNvPr>
          <p:cNvSpPr/>
          <p:nvPr/>
        </p:nvSpPr>
        <p:spPr>
          <a:xfrm>
            <a:off x="995911" y="588936"/>
            <a:ext cx="6390541" cy="5390950"/>
          </a:xfrm>
          <a:prstGeom prst="flowChartDocumen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180000" tIns="180000" rtlCol="0" anchor="t"/>
          <a:lstStyle/>
          <a:p>
            <a:r>
              <a:rPr lang="en-US" sz="3200" b="1" dirty="0">
                <a:solidFill>
                  <a:srgbClr val="002060"/>
                </a:solidFill>
              </a:rPr>
              <a:t>Downloads</a:t>
            </a:r>
            <a:endParaRPr lang="en-GB" sz="3200" b="1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D92288-18D3-47D7-8A16-EF684A9D64BB}"/>
              </a:ext>
            </a:extLst>
          </p:cNvPr>
          <p:cNvSpPr txBox="1"/>
          <p:nvPr/>
        </p:nvSpPr>
        <p:spPr>
          <a:xfrm>
            <a:off x="995910" y="1345883"/>
            <a:ext cx="6216369" cy="367502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lIns="180000" tIns="180000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Fulltime Course Application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Request for Confirmation of Certificates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Registration as a In-Plant Training Provider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Request Trainees for OJT/Industry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Attendance Form for In-Plant Trainees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27828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Document 2">
            <a:extLst>
              <a:ext uri="{FF2B5EF4-FFF2-40B4-BE49-F238E27FC236}">
                <a16:creationId xmlns:a16="http://schemas.microsoft.com/office/drawing/2014/main" id="{4AC554AF-5F40-4126-B0F6-E3C41989B9BF}"/>
              </a:ext>
            </a:extLst>
          </p:cNvPr>
          <p:cNvSpPr/>
          <p:nvPr/>
        </p:nvSpPr>
        <p:spPr>
          <a:xfrm>
            <a:off x="1023628" y="588936"/>
            <a:ext cx="4135905" cy="5796366"/>
          </a:xfrm>
          <a:prstGeom prst="flowChartDocumen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180000" tIns="180000" rtlCol="0" anchor="t"/>
          <a:lstStyle/>
          <a:p>
            <a:r>
              <a:rPr lang="en-US" sz="3200" b="1" dirty="0">
                <a:solidFill>
                  <a:srgbClr val="002060"/>
                </a:solidFill>
              </a:rPr>
              <a:t>Gallery</a:t>
            </a:r>
            <a:endParaRPr lang="en-GB" sz="3200" b="1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D92288-18D3-47D7-8A16-EF684A9D64BB}"/>
              </a:ext>
            </a:extLst>
          </p:cNvPr>
          <p:cNvSpPr txBox="1"/>
          <p:nvPr/>
        </p:nvSpPr>
        <p:spPr>
          <a:xfrm>
            <a:off x="1023628" y="1345883"/>
            <a:ext cx="4135904" cy="238236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lIns="180000" tIns="180000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Videos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Photos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YouTube links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Events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49638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Document 2">
            <a:extLst>
              <a:ext uri="{FF2B5EF4-FFF2-40B4-BE49-F238E27FC236}">
                <a16:creationId xmlns:a16="http://schemas.microsoft.com/office/drawing/2014/main" id="{4AC554AF-5F40-4126-B0F6-E3C41989B9BF}"/>
              </a:ext>
            </a:extLst>
          </p:cNvPr>
          <p:cNvSpPr/>
          <p:nvPr/>
        </p:nvSpPr>
        <p:spPr>
          <a:xfrm>
            <a:off x="926641" y="588936"/>
            <a:ext cx="4135905" cy="5796366"/>
          </a:xfrm>
          <a:prstGeom prst="flowChartDocumen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180000" tIns="180000" rtlCol="0" anchor="t"/>
          <a:lstStyle/>
          <a:p>
            <a:r>
              <a:rPr lang="en-US" sz="3200" b="1" dirty="0">
                <a:solidFill>
                  <a:srgbClr val="002060"/>
                </a:solidFill>
              </a:rPr>
              <a:t>LMS</a:t>
            </a:r>
            <a:endParaRPr lang="en-GB" sz="3200" b="1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D92288-18D3-47D7-8A16-EF684A9D64BB}"/>
              </a:ext>
            </a:extLst>
          </p:cNvPr>
          <p:cNvSpPr txBox="1"/>
          <p:nvPr/>
        </p:nvSpPr>
        <p:spPr>
          <a:xfrm>
            <a:off x="926641" y="1345883"/>
            <a:ext cx="4135904" cy="281324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lIns="180000" tIns="180000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Curriculum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Modules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Lessons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Assignments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VDOs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21153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Document 2">
            <a:extLst>
              <a:ext uri="{FF2B5EF4-FFF2-40B4-BE49-F238E27FC236}">
                <a16:creationId xmlns:a16="http://schemas.microsoft.com/office/drawing/2014/main" id="{4AC554AF-5F40-4126-B0F6-E3C41989B9BF}"/>
              </a:ext>
            </a:extLst>
          </p:cNvPr>
          <p:cNvSpPr/>
          <p:nvPr/>
        </p:nvSpPr>
        <p:spPr>
          <a:xfrm>
            <a:off x="926641" y="588937"/>
            <a:ext cx="2079795" cy="893500"/>
          </a:xfrm>
          <a:prstGeom prst="flowChartDocumen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180000" tIns="180000" rtlCol="0" anchor="t"/>
          <a:lstStyle/>
          <a:p>
            <a:r>
              <a:rPr lang="en-US" sz="2800" dirty="0">
                <a:solidFill>
                  <a:schemeClr val="bg1"/>
                </a:solidFill>
              </a:rPr>
              <a:t>Overview</a:t>
            </a:r>
            <a:endParaRPr lang="en-GB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7378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6677224</TotalTime>
  <Words>92</Words>
  <Application>Microsoft Office PowerPoint</Application>
  <PresentationFormat>Widescreen</PresentationFormat>
  <Paragraphs>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Narrow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Library</dc:creator>
  <cp:lastModifiedBy>Library</cp:lastModifiedBy>
  <cp:revision>34</cp:revision>
  <cp:lastPrinted>2024-09-10T08:13:21Z</cp:lastPrinted>
  <dcterms:created xsi:type="dcterms:W3CDTF">2022-08-26T05:52:30Z</dcterms:created>
  <dcterms:modified xsi:type="dcterms:W3CDTF">2024-09-10T10:29:09Z</dcterms:modified>
</cp:coreProperties>
</file>